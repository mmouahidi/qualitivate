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Urbanis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italic.fntdata"/><Relationship Id="rId6" Type="http://schemas.openxmlformats.org/officeDocument/2006/relationships/slide" Target="slides/slide1.xml"/><Relationship Id="rId18" Type="http://schemas.openxmlformats.org/officeDocument/2006/relationships/font" Target="fonts/Urbanis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25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4.png"/><Relationship Id="rId5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9.png"/><Relationship Id="rId6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Relationship Id="rId6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308026"/>
            <a:ext cx="11601450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Transforming HR at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International Paper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007048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Operationalizing the Agentic AI Workforce with </a:t>
            </a:r>
            <a:r>
              <a:rPr b="1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Anir.io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783431" y="1940272"/>
            <a:ext cx="11101387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Agentic Enterprise Shift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1047750" y="2907952"/>
            <a:ext cx="10572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Moving from "Seats" to "Outcomes"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524125" y="3831877"/>
            <a:ext cx="7620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enterprise landscape is shifting from passive software tools to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Autonomous Agentic AI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We are moving from simply creating content (Generative AI) to executing complex work (Agentic AI).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571500" y="827782"/>
            <a:ext cx="5200650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Anir.io: Your AI Workforce Partner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571500" y="2191642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Anir.io does not sell you a software license; we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"recruit"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digital agents for your team.</a:t>
            </a:r>
            <a:endParaRPr/>
          </a:p>
        </p:txBody>
      </p:sp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723900" y="3248917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762000" y="3248917"/>
            <a:ext cx="4762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24/7 Availability: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Agents never sleep, ensuring continuous HR operations.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723900" y="4020442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762000" y="4020442"/>
            <a:ext cx="47625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Execution Capable: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Beyond chat, they execute workflows, process documents, and reason through tasks.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723900" y="5106292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762000" y="5106292"/>
            <a:ext cx="4762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Seamless Integration: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Native connection to your ERP and HRIS systems.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83222"/>
            <a:ext cx="3492549" cy="3383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683222"/>
            <a:ext cx="3492549" cy="3383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683222"/>
            <a:ext cx="3492549" cy="338316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571500" y="791616"/>
            <a:ext cx="11601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3-Layer Governance Model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71500" y="1759297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Ensuring "Governed Autonomy" across the organization.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66775" y="3626197"/>
            <a:ext cx="3047099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Level 1: Owner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66775" y="4056608"/>
            <a:ext cx="2901999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"Super-Ego"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Controlled by Leadership (Amine/Khalid). It validates compliance, security, and budgets before any action is taken.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4645074" y="3626197"/>
            <a:ext cx="3047099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Level 2: Company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4645074" y="4056608"/>
            <a:ext cx="2901999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"Digital Employees"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Standardized agents for heavy-lifting processes like Payroll and Recruitment.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423374" y="3626197"/>
            <a:ext cx="3047099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Level 3: User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423374" y="4056608"/>
            <a:ext cx="2901999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"Co-Pilots"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Personalized productivity agents created by employees to handle daily administrative tasks.</a:t>
            </a:r>
            <a:endParaRPr/>
          </a:p>
        </p:txBody>
      </p:sp>
      <p:pic>
        <p:nvPicPr>
          <p:cNvPr descr="image.png" id="125" name="Google Shape;12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300707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3007072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3007072"/>
            <a:ext cx="3333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240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71500" y="1127819"/>
            <a:ext cx="5500687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Enterprise-Grade Security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71500" y="2491680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Trust is the currency of the AI era.</a:t>
            </a:r>
            <a:endParaRPr/>
          </a:p>
        </p:txBody>
      </p:sp>
      <p:pic>
        <p:nvPicPr>
          <p:cNvPr descr="image.png" id="136" name="Google Shape;13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5240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723900" y="3091755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762000" y="3091755"/>
            <a:ext cx="5048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Data Sovereignty: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Your data remains yours. It is never used to train public models.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723900" y="3863280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762000" y="3863280"/>
            <a:ext cx="5048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End-to-End Encryption: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Total security of information flows.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723900" y="4634805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762000" y="4634805"/>
            <a:ext cx="50482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Risk Mitigation: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The "Owner Agent" acts as an intelligent firewall, preventing hallucinations and data leaks before they happen.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7750" y="1729680"/>
            <a:ext cx="5000625" cy="25640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9875" y="1729680"/>
            <a:ext cx="5000625" cy="256401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783431" y="571500"/>
            <a:ext cx="11101387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From Policing to Partnering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1343025" y="2024955"/>
            <a:ext cx="4630578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Yesterday (Pain Point)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1343025" y="2455366"/>
            <a:ext cx="44100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"Gendarme"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1343025" y="2912566"/>
            <a:ext cx="44100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HR focuses on policing compliance, checking timesheets, correcting administrative errors, and enforcing rules.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915150" y="2024955"/>
            <a:ext cx="4630578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Tomorrow (Value Add)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915150" y="2455366"/>
            <a:ext cx="44100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Tech-Enabled Business Partner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915150" y="2912566"/>
            <a:ext cx="44100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HR architects the AI workforce. They focus on strategy, culture, and human development while Agents handle the transactional work.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35497"/>
            <a:ext cx="5238750" cy="396418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571500" y="571500"/>
            <a:ext cx="11601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Talent Management &amp; Acquisition Cluster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571500" y="2692747"/>
            <a:ext cx="550068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The Human Team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571500" y="3123158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Mounia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(Hiring Manager)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571500" y="3580358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Dounia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(Talent Management Officer)</a:t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571500" y="4180433"/>
            <a:ext cx="52387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571500" y="4485233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Focus: Strategy, Culture, Interviewing.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677025" y="2130772"/>
            <a:ext cx="488061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The Recruited Agents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677025" y="2561183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Strategic Sourcing Sentinel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677025" y="2865983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Sentinelle de Sourcing Stratégique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677025" y="3237458"/>
            <a:ext cx="46482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Scans the market 24/7, identifies passive talent, and qualifies technical skills before human contact.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6677025" y="4056608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Competency Modeling Architect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677025" y="4361408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Architecte de Modélisation des Compétences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677025" y="4732883"/>
            <a:ext cx="46482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Analyzes skill gaps in real-time and generates personalized development plans.</a:t>
            </a:r>
            <a:endParaRPr/>
          </a:p>
        </p:txBody>
      </p:sp>
      <p:pic>
        <p:nvPicPr>
          <p:cNvPr descr="image.png" id="176" name="Google Shape;17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70783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27983"/>
            <a:ext cx="18097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99221"/>
            <a:ext cx="4953000" cy="355461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571500" y="762000"/>
            <a:ext cx="5200650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HR Operations &amp; Compliance Core</a:t>
            </a:r>
            <a:endParaRPr/>
          </a:p>
        </p:txBody>
      </p:sp>
      <p:pic>
        <p:nvPicPr>
          <p:cNvPr descr="image.png" id="185" name="Google Shape;18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571500" y="2125860"/>
            <a:ext cx="52006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The Human Team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571500" y="2556271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Adnane &amp; Soukaina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(HR Operations)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866775" y="3594496"/>
            <a:ext cx="4580572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The Recruited Agent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866775" y="4024907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Payroll Integrity &amp; Fraud Auditor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866775" y="4329707"/>
            <a:ext cx="4362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Auditeur d'Intégrité de Paie et Fraude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866775" y="4701182"/>
            <a:ext cx="43624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"The Watchdog"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866775" y="5158382"/>
            <a:ext cx="43624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Real-time cross-referencing of clock-ins, contracts, and transfers. Detects anomalies (fraud or error) and prepares audit reports without human intervention.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400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029842"/>
            <a:ext cx="5238750" cy="3097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5240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6381750" y="730746"/>
            <a:ext cx="5500687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Field HR Business Partnering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381750" y="2094607"/>
            <a:ext cx="550068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The Human Team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6381750" y="2525017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Lakhdar, Laila &amp; Ghita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(HR Business Partners)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6677025" y="3325117"/>
            <a:ext cx="488061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The Recruited Agent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6677025" y="3755528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Industrial Relations Concierge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677025" y="4060328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Concierge des Relations Industrielles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6677025" y="4431803"/>
            <a:ext cx="46482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Acts as a single point of contact for factory employees. Answers rights questions (leave, sickness), manages level-1 disciplinary admin, and reports "social pulse" analytics to HRBPs.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40284"/>
            <a:ext cx="5238750" cy="355461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571500" y="571500"/>
            <a:ext cx="11601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Strategic Steering &amp; Analytics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571500" y="2892772"/>
            <a:ext cx="550068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The Leadership Team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571500" y="3323183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Amine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(Directeur RH)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571500" y="3780383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Khalid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(Expert HR / Data)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571500" y="4285208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Role: Governance &amp; Strategy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6677025" y="2335559"/>
            <a:ext cx="488061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The Recruited Agent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6677025" y="2765970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Organizational Health Monitor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6677025" y="3070770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Moniteur de Santé Organisationnelle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6677025" y="3442245"/>
            <a:ext cx="4648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Predictive Strategy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6677025" y="3899445"/>
            <a:ext cx="46482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Consolidates data from all other agents (Recruitment, Payroll, Climate) to provide Amine and Khalid with strategic predictions (e.g., strike risk, key talent attrition, wage bill drift).</a:t>
            </a:r>
            <a:endParaRPr/>
          </a:p>
        </p:txBody>
      </p:sp>
      <p:pic>
        <p:nvPicPr>
          <p:cNvPr descr="image.png" id="224" name="Google Shape;22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70808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28008"/>
            <a:ext cx="2095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295275" y="2323207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Anir.io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571500" y="3267967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Ready to recruit your AI Workforce?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571500" y="4049017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Transforming HR into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Tech-Enabled Business Partners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